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7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D9085-BDBF-4F92-B409-6F3837023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52875-BD4E-47FF-B369-F9C06D908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9C0438-3DAF-4721-9EA4-3E934345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C6430-5A33-4133-9550-D50A71B2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045697-5649-47FC-A2BE-EF14F2C6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858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1AF96-04A6-4A5A-A68E-2A33D01D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E13566-430B-4B91-9A43-CE6E55A10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D9437-9A60-4AF8-88BD-0B587A8D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8B8C5C-68A7-439C-B5DE-EFEB246B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C286D7-0539-4E1D-BB7D-714649C9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46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B862B-FE19-4884-9D29-CA92D7F0F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CF2378-392F-48A5-9D65-79B3D11C9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B3BDE-E939-4B1E-AA14-F93AA2D0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57B39-8733-4B96-87D3-9595E25A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6CAA1F-8BF7-4858-8824-D434DA9C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113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710F7-3E01-4888-89F7-739D431C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B68C7-E2B0-405E-A5D7-2BC23F0E3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706B6E-B876-404B-AFFF-096D9C193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67723A-B416-431E-AD65-176EF75E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142875-AE81-450E-946F-87C58B57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FBEA7F-AF3B-4F24-8F74-5F3B412E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41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15A85-B99F-48BF-987A-BC031480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F5EF57-DF56-4F84-B976-CE52BC033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234E82-A41A-412B-9C1F-54D9B87B6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5D5D05-B10F-4705-9130-02C89DE29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0B7C30-2E47-45A9-B441-E2B10A752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54DF43-DE0C-4EC1-996D-3C55462C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5D7A-109F-4C34-A963-70BD865B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D6BEC0-E926-40D4-A77E-DB2D6CA0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90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1CCF3-13B9-471D-B1AA-FFAC7A30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9034C1-74C5-4C34-AE24-86659684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F2ED1B-A769-4825-BAAF-6B05DFB9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C7090F-5AB2-40B3-A87E-E55116B5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85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612C01-476E-43B0-9D10-1957D67C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7B6E4D-3B72-419C-909E-819F4C6C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3A7D5-5742-4535-95E0-3EA27418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25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B7EB5-23D8-4D11-B206-00B91B1D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61209-035C-4187-9D28-9BBDD56A2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084077-00C6-4BD7-A113-FC1B9BD0C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0AA1BD-D723-4C8E-BBB3-78C43646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12AA8C-8585-44E0-A8A0-1FD2E741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600E34-99F6-44A7-9264-707EB0C2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447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02150-A22D-4A91-B757-ACE5A771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38559D-D4E1-4DBE-8855-8E5304BAC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FB514D-0F9B-41D8-ACE2-722FC3D92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F7D4AF-434B-4CC9-8078-584980EB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3B1BDE-7334-4CB9-8E6F-0B04C062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52C11-BF00-4CC6-BA24-DFBEA50E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703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82256-9A2D-4B66-B312-9212F099C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10247F-9BDC-493C-BB2F-73A6B0140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499DC1-EBF8-4964-868F-572ECB13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1CCEFF-8BB2-4257-9D4F-35BAC200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A66671-792F-4EAA-949E-F232BA75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11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4AF8F7-FAB0-46A0-9DAB-BDEC099ED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C5070D-0466-4E3F-BF23-69782116E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CDDE9F-31A2-4E3F-B0F3-824380CE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80E6D-821B-46DD-9A40-01B68919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36C4F-6288-443E-94FF-7FD760BC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673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11E311-F018-49FC-ACF6-04A3EAD9F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EE654F-B936-45C0-9215-1ACA170FB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39E61-06C1-4484-87BA-EBBE5B93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8FA27-19C6-4B77-8269-ECCFBED323A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602F43-B403-42E8-9A92-35B59A5BA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A67A3-8856-47C2-A229-490BEF871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03823-9B52-4F9A-ABA4-ED9F920FD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353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50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Zerui Ceng(LUXSHARE-ICT)</dc:creator>
  <cp:lastModifiedBy>Zerui Ceng(LUXSHARE-ICT)</cp:lastModifiedBy>
  <cp:revision>1</cp:revision>
  <dcterms:created xsi:type="dcterms:W3CDTF">2026-10-21T08:41:58Z</dcterms:created>
  <dcterms:modified xsi:type="dcterms:W3CDTF">2026-10-21T08:41:58Z</dcterms:modified>
</cp:coreProperties>
</file>